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 — coming back to where we started. The lens. Big problems in economics — and the big opportunities — are almost always information problems underneath. Who knows what. Who can verify it. Who's hidden behind a price. Who's hiding inside a price. Take this with you when you go pick your capstone topic. Whatever you choose, ask: what's the information problem here? Who knows what? Who doesn't? What would change if they did? If you can answer those questions, you'll have something interesting to say about your topic. I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address. I read my own email. If you're stuck on a capstone topic and want to think about it with someone — send me a message. If you read something interesting after this and want to argue about it — send me a message. If you want a second pair of eyes on a draft — send me a message. Genuinely. The hardest part of any of this is starting.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warmth. Slow down. Real thanks to Jennifer Chavez and the Seeds of Fortune team — they did the work to make this happen. Real thanks to the students for spending an evening on this. Pause. Smile. Open for questions if there's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56B"/>
          </a:solidFill>
          <a:ln w="12700">
            <a:solidFill>
              <a:srgbClr val="003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0" y="228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Lemons, Markets   ·   Yale Women in Economics   ·   May 4,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this with you.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3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problems —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3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big opportunities —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usually information problems.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that as your lens.  Your capstone is probably one of these.</a:t>
            </a:r>
            <a:endParaRPr lang="en-US" sz="2000" dirty="0"/>
          </a:p>
        </p:txBody>
      </p:sp>
    </p:spTree>
  </p:cSld>
  <p:clrMapOvr>
    <a:masterClrMapping/>
  </p:clrMapOvr>
  <p:transition spd="med" advClick="1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56B"/>
          </a:solidFill>
          <a:ln w="12700">
            <a:solidFill>
              <a:srgbClr val="003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0" y="228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Lemons, Markets   ·   Yale Women in Economics   ·   May 4,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in touch.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rick.antle@yale.edu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Questions, follow-ups, a capstone draft you want a second pair of eyes on — anytime.</a:t>
            </a:r>
            <a:endParaRPr lang="en-US" sz="1800" dirty="0"/>
          </a:p>
        </p:txBody>
      </p:sp>
    </p:spTree>
  </p:cSld>
  <p:clrMapOvr>
    <a:masterClrMapping/>
  </p:clrMapOvr>
  <p:transition spd="med" advClick="1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5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Seeds of Fortune team 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Jennifer Chavez especially — for putting this together.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to all of you — for showing up.</a:t>
            </a:r>
            <a:endParaRPr lang="en-US" sz="1800" dirty="0"/>
          </a:p>
        </p:txBody>
      </p:sp>
    </p:spTree>
  </p:cSld>
  <p:clrMapOvr>
    <a:masterClrMapping/>
  </p:clrMapOvr>
  <p:transition spd="med" advClick="1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Trust, Lemons, Markets — closing</dc:title>
  <dc:subject>Seeds of Fortune talk — back deck</dc:subject>
  <dc:creator>Rick Antle</dc:creator>
  <cp:lastModifiedBy>Rick Antle</cp:lastModifiedBy>
  <cp:revision>1</cp:revision>
  <dcterms:created xsi:type="dcterms:W3CDTF">2026-05-04T21:46:45Z</dcterms:created>
  <dcterms:modified xsi:type="dcterms:W3CDTF">2026-05-04T21:46:45Z</dcterms:modified>
</cp:coreProperties>
</file>